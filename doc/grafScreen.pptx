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330" y="126"/>
      </p:cViewPr>
      <p:guideLst>
        <p:guide orient="horz" pos="209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EB531-4AF3-C863-336E-12486AEB9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A1CF9F-C3E9-A219-8413-1D41941A8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7A2B0-AFC5-74F3-B3EB-D249AACAE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23303-92DE-4EAC-9744-A51566A955B8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F1BAFC-9BAB-4B49-5F01-C0985898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1B0851-0714-2443-A03F-8000723A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08714-E813-49D6-8384-887300F086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879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AA202-C693-E75B-46D5-D2BFED444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0CE07D-DD46-1722-2183-4D40F3167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03E6A3-477F-4F78-6E09-19F12658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23303-92DE-4EAC-9744-A51566A955B8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0C3889-4D16-E79B-DB5A-BCC6D7D26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14B6FC-D184-161D-313C-1AE52FA1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08714-E813-49D6-8384-887300F086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345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D4EC4-DA26-81A7-1FF2-2BB506135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9D80D6-5C49-7C77-6336-AC2CE6BAF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223A8D-9F9F-6E7D-1447-25266FA0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23303-92DE-4EAC-9744-A51566A955B8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5CDE20-29C2-6482-83B4-4A989FB47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9F2A9A-C4E6-EC7B-F194-3D7CDF42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08714-E813-49D6-8384-887300F086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57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F0D79-4BB8-4D0A-FE04-ACE93BA1B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572128-784B-E416-CC67-B8E86509A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2F428F-959E-9E2F-B1AB-ED01117A7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4E71E6-374F-69A9-D297-EE0A7238D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23303-92DE-4EAC-9744-A51566A955B8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85996A-E6A9-5AAD-BCD5-9D7C5AA9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7B48ED-DF7A-12B1-863C-13749E56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08714-E813-49D6-8384-887300F086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6037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E8F4C-BAAC-8AA9-5CDD-CF99B2890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99FBDD-0CBC-23DC-A943-8AD13A21F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8CAD51-7F7B-2CE6-931E-013956AF7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724515-2F5B-00E1-4E72-93B719AE73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8908425-541D-4239-1BA5-3B42CC2D05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2F3617E-1EF7-86D4-472B-0AAB57C14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23303-92DE-4EAC-9744-A51566A955B8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34212F-5034-1504-5371-E8E7BEDE4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0FCBBF-BC6C-6E36-B188-DEBF2D83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08714-E813-49D6-8384-887300F086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829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59B27-D2A8-B194-3585-32413420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64DAAF-674C-D45E-FB49-A2ECB1FB0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23303-92DE-4EAC-9744-A51566A955B8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9D5AAC-1B54-3D22-E5FB-F2F8DAF3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CCCCD96-FB0B-28DB-86E5-5402AAD3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08714-E813-49D6-8384-887300F086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332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6D9C38-263B-B976-0EF9-D7C28510C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23303-92DE-4EAC-9744-A51566A955B8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8A76D3-FC3E-0BA1-211D-8A898F2F4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E4F9BC-C00B-FC56-3208-D8D6D08B3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08714-E813-49D6-8384-887300F086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14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6BF0F-D60B-94C7-7541-6658EC908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A5CF75-3F48-061A-E6F8-9C78D8805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E8A2A8-57D1-DB0F-92A8-2276C819A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981933-CA74-E2C4-C435-096B90F8A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23303-92DE-4EAC-9744-A51566A955B8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9FC823-E307-84B6-6E51-66CEF1FF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A7B863-68BA-7609-C610-E9692B5D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08714-E813-49D6-8384-887300F086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2352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7F750-F606-2329-51A2-3C3D92FA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211B940-0593-9100-DE0C-18C93105A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EFA7FD-583E-0649-EF73-A142C75CA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60F0B7-2A7A-55EF-7095-497BA7F22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23303-92DE-4EAC-9744-A51566A955B8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F1764F-864F-80A9-A750-26395C64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A2791E-FB36-4FB2-1C31-A4952E8A1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08714-E813-49D6-8384-887300F086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605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7AAD8-2FAA-233C-545B-54BF8DAF9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96C22C-B890-C1C9-FD99-3FC52765F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D68EC1-5338-0EB5-0557-DCF68D434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23303-92DE-4EAC-9744-A51566A955B8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2AF711-4C22-1254-E340-8624F33E5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F6149-9E2B-93F7-971A-7EED4146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08714-E813-49D6-8384-887300F086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0780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6CCD63-3E43-B5D6-67D8-B5ABA3CDF4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E3B1D9-14B5-D3F3-1DA8-A94D113B5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F5C338-71BD-5AF2-9711-9CAD4772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23303-92DE-4EAC-9744-A51566A955B8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C47F08-B87E-C6A0-E623-319C6F0A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1E2B22-1026-FADB-5BCD-9B6898E9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08714-E813-49D6-8384-887300F086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873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531937-359F-BCF9-2669-E82F2D3C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F21A87-9BC0-56FE-F064-E967A5341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7E9B31-B52A-C15A-3378-0FBE41123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23303-92DE-4EAC-9744-A51566A955B8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BB53CD-5F2B-62A0-D6C1-C572DC674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BA0778-6B6D-EA60-1521-8162CA8B1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08714-E813-49D6-8384-887300F086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9105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C3B48C74-4F7B-B8E1-40B0-0F732449E420}"/>
              </a:ext>
            </a:extLst>
          </p:cNvPr>
          <p:cNvSpPr/>
          <p:nvPr/>
        </p:nvSpPr>
        <p:spPr>
          <a:xfrm>
            <a:off x="1008985" y="4146331"/>
            <a:ext cx="1513489" cy="152925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S0. inicializa HW – Fallo Tanke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CC919B9-1EF8-05F3-4621-1D33C239AE47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1765730" y="3347631"/>
            <a:ext cx="1" cy="7987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5FB423F3-621C-976E-F733-7514979A81AF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29116" y="4864186"/>
            <a:ext cx="1513489" cy="12700"/>
          </a:xfrm>
          <a:prstGeom prst="bentConnector5">
            <a:avLst>
              <a:gd name="adj1" fmla="val -46354"/>
              <a:gd name="adj2" fmla="val -8813795"/>
              <a:gd name="adj3" fmla="val 139062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95EDDBBF-7389-4D54-8DDA-9F1279093769}"/>
              </a:ext>
            </a:extLst>
          </p:cNvPr>
          <p:cNvSpPr/>
          <p:nvPr/>
        </p:nvSpPr>
        <p:spPr>
          <a:xfrm>
            <a:off x="3578766" y="1818376"/>
            <a:ext cx="1513489" cy="152925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rgbClr val="7030A0"/>
                </a:solidFill>
              </a:rPr>
              <a:t>S1. Show </a:t>
            </a:r>
            <a:r>
              <a:rPr lang="es-ES" sz="2000" dirty="0" err="1">
                <a:solidFill>
                  <a:srgbClr val="7030A0"/>
                </a:solidFill>
              </a:rPr>
              <a:t>all</a:t>
            </a:r>
            <a:r>
              <a:rPr lang="es-ES" sz="2000" dirty="0">
                <a:solidFill>
                  <a:srgbClr val="7030A0"/>
                </a:solidFill>
              </a:rPr>
              <a:t> Param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E1E59818-AD7E-8056-5237-3DDDADDB8668}"/>
              </a:ext>
            </a:extLst>
          </p:cNvPr>
          <p:cNvSpPr/>
          <p:nvPr/>
        </p:nvSpPr>
        <p:spPr>
          <a:xfrm>
            <a:off x="6153802" y="1818376"/>
            <a:ext cx="1513489" cy="152925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rgbClr val="7030A0"/>
                </a:solidFill>
              </a:rPr>
              <a:t>S2. Menú rotativo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72D0516-9389-33BC-A823-526DBC32CC8C}"/>
              </a:ext>
            </a:extLst>
          </p:cNvPr>
          <p:cNvSpPr/>
          <p:nvPr/>
        </p:nvSpPr>
        <p:spPr>
          <a:xfrm>
            <a:off x="8833946" y="1818376"/>
            <a:ext cx="1513489" cy="152925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rgbClr val="7030A0"/>
                </a:solidFill>
              </a:rPr>
              <a:t>S3.2 Opcion 2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B623828E-DEA6-D07C-E276-0DD0D1AFA8A1}"/>
              </a:ext>
            </a:extLst>
          </p:cNvPr>
          <p:cNvCxnSpPr>
            <a:stCxn id="4" idx="6"/>
            <a:endCxn id="16" idx="2"/>
          </p:cNvCxnSpPr>
          <p:nvPr/>
        </p:nvCxnSpPr>
        <p:spPr>
          <a:xfrm>
            <a:off x="2522475" y="2583004"/>
            <a:ext cx="1056291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6EF6B5E-A134-2517-1D21-34757A0B3D94}"/>
              </a:ext>
            </a:extLst>
          </p:cNvPr>
          <p:cNvSpPr txBox="1"/>
          <p:nvPr/>
        </p:nvSpPr>
        <p:spPr>
          <a:xfrm>
            <a:off x="2522474" y="1844598"/>
            <a:ext cx="91440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Tanque</a:t>
            </a:r>
          </a:p>
          <a:p>
            <a:pPr algn="ctr"/>
            <a:r>
              <a:rPr lang="es-ES" dirty="0"/>
              <a:t> OK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88DF35A-2951-A936-58F4-CDC36DC670AA}"/>
              </a:ext>
            </a:extLst>
          </p:cNvPr>
          <p:cNvSpPr txBox="1"/>
          <p:nvPr/>
        </p:nvSpPr>
        <p:spPr>
          <a:xfrm>
            <a:off x="772489" y="3373853"/>
            <a:ext cx="91440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Tanque</a:t>
            </a:r>
          </a:p>
          <a:p>
            <a:pPr algn="ctr"/>
            <a:r>
              <a:rPr lang="es-ES" dirty="0"/>
              <a:t>FAIL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55452539-896E-B828-DA44-9F2D7E128AEA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>
            <a:off x="5092255" y="2583004"/>
            <a:ext cx="1061547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457F431-040B-8A3F-87FC-957B12761F37}"/>
              </a:ext>
            </a:extLst>
          </p:cNvPr>
          <p:cNvSpPr txBox="1"/>
          <p:nvPr/>
        </p:nvSpPr>
        <p:spPr>
          <a:xfrm>
            <a:off x="5169296" y="2215076"/>
            <a:ext cx="8385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PUSH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66A02DE-C863-6858-9B2B-E74E79B2E14F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7667291" y="2583004"/>
            <a:ext cx="116665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334FAD4-6154-7657-ECD8-B4B6C718F01F}"/>
              </a:ext>
            </a:extLst>
          </p:cNvPr>
          <p:cNvSpPr txBox="1"/>
          <p:nvPr/>
        </p:nvSpPr>
        <p:spPr>
          <a:xfrm>
            <a:off x="7813261" y="2239893"/>
            <a:ext cx="8385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CON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11B2238D-872C-2030-7B3B-6767689227D7}"/>
              </a:ext>
            </a:extLst>
          </p:cNvPr>
          <p:cNvSpPr/>
          <p:nvPr/>
        </p:nvSpPr>
        <p:spPr>
          <a:xfrm>
            <a:off x="8833946" y="117566"/>
            <a:ext cx="1513489" cy="152925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rgbClr val="7030A0"/>
                </a:solidFill>
              </a:rPr>
              <a:t>S3.1  Opcion 1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9C4E3359-6C1E-AF28-71E2-C9765A47712E}"/>
              </a:ext>
            </a:extLst>
          </p:cNvPr>
          <p:cNvSpPr/>
          <p:nvPr/>
        </p:nvSpPr>
        <p:spPr>
          <a:xfrm>
            <a:off x="8912781" y="3851162"/>
            <a:ext cx="1513489" cy="152925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rgbClr val="7030A0"/>
                </a:solidFill>
              </a:rPr>
              <a:t>S3.3 Opcion 3, …</a:t>
            </a:r>
          </a:p>
        </p:txBody>
      </p: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7AA74653-C3D6-E8E9-4557-FC3AE189D4EA}"/>
              </a:ext>
            </a:extLst>
          </p:cNvPr>
          <p:cNvCxnSpPr>
            <a:stCxn id="17" idx="6"/>
            <a:endCxn id="36" idx="2"/>
          </p:cNvCxnSpPr>
          <p:nvPr/>
        </p:nvCxnSpPr>
        <p:spPr>
          <a:xfrm>
            <a:off x="7667291" y="2583004"/>
            <a:ext cx="1245490" cy="2032786"/>
          </a:xfrm>
          <a:prstGeom prst="bentConnector3">
            <a:avLst>
              <a:gd name="adj1" fmla="val 68032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: angular 39">
            <a:extLst>
              <a:ext uri="{FF2B5EF4-FFF2-40B4-BE49-F238E27FC236}">
                <a16:creationId xmlns:a16="http://schemas.microsoft.com/office/drawing/2014/main" id="{238EE787-9C8C-6372-BFC6-56B5A28B81FE}"/>
              </a:ext>
            </a:extLst>
          </p:cNvPr>
          <p:cNvCxnSpPr>
            <a:stCxn id="17" idx="6"/>
            <a:endCxn id="34" idx="2"/>
          </p:cNvCxnSpPr>
          <p:nvPr/>
        </p:nvCxnSpPr>
        <p:spPr>
          <a:xfrm flipV="1">
            <a:off x="7667291" y="882194"/>
            <a:ext cx="1166655" cy="1700810"/>
          </a:xfrm>
          <a:prstGeom prst="bentConnector3">
            <a:avLst>
              <a:gd name="adj1" fmla="val 76126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C469CDE4-A4D8-569B-0CDC-FB57F8CA1360}"/>
              </a:ext>
            </a:extLst>
          </p:cNvPr>
          <p:cNvCxnSpPr>
            <a:cxnSpLocks/>
          </p:cNvCxnSpPr>
          <p:nvPr/>
        </p:nvCxnSpPr>
        <p:spPr>
          <a:xfrm flipH="1">
            <a:off x="4335511" y="935044"/>
            <a:ext cx="6011924" cy="2465437"/>
          </a:xfrm>
          <a:prstGeom prst="bentConnector4">
            <a:avLst>
              <a:gd name="adj1" fmla="val -25016"/>
              <a:gd name="adj2" fmla="val 108096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a16:creationId xmlns:a16="http://schemas.microsoft.com/office/drawing/2014/main" id="{61670C13-2B89-F1A2-9087-355DCCC2D9C8}"/>
              </a:ext>
            </a:extLst>
          </p:cNvPr>
          <p:cNvCxnSpPr>
            <a:stCxn id="18" idx="6"/>
            <a:endCxn id="16" idx="4"/>
          </p:cNvCxnSpPr>
          <p:nvPr/>
        </p:nvCxnSpPr>
        <p:spPr>
          <a:xfrm flipH="1">
            <a:off x="4335511" y="2583004"/>
            <a:ext cx="6011924" cy="764627"/>
          </a:xfrm>
          <a:prstGeom prst="bentConnector4">
            <a:avLst>
              <a:gd name="adj1" fmla="val -25416"/>
              <a:gd name="adj2" fmla="val 130922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392139EF-1FF3-6C0C-5A9C-8A7221DEF1FC}"/>
              </a:ext>
            </a:extLst>
          </p:cNvPr>
          <p:cNvCxnSpPr>
            <a:stCxn id="36" idx="6"/>
            <a:endCxn id="16" idx="4"/>
          </p:cNvCxnSpPr>
          <p:nvPr/>
        </p:nvCxnSpPr>
        <p:spPr>
          <a:xfrm flipH="1" flipV="1">
            <a:off x="4335511" y="3347631"/>
            <a:ext cx="6090759" cy="1268159"/>
          </a:xfrm>
          <a:prstGeom prst="bentConnector4">
            <a:avLst>
              <a:gd name="adj1" fmla="val -23130"/>
              <a:gd name="adj2" fmla="val 80147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0C1DDD6B-C46E-2B92-D366-73711958AD20}"/>
              </a:ext>
            </a:extLst>
          </p:cNvPr>
          <p:cNvSpPr txBox="1"/>
          <p:nvPr/>
        </p:nvSpPr>
        <p:spPr>
          <a:xfrm>
            <a:off x="10763746" y="3059668"/>
            <a:ext cx="8385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BACK</a:t>
            </a:r>
          </a:p>
        </p:txBody>
      </p:sp>
      <p:cxnSp>
        <p:nvCxnSpPr>
          <p:cNvPr id="65" name="Conector: angular 64">
            <a:extLst>
              <a:ext uri="{FF2B5EF4-FFF2-40B4-BE49-F238E27FC236}">
                <a16:creationId xmlns:a16="http://schemas.microsoft.com/office/drawing/2014/main" id="{E201032C-6280-28AE-19FB-04EF558A8D96}"/>
              </a:ext>
            </a:extLst>
          </p:cNvPr>
          <p:cNvCxnSpPr>
            <a:stCxn id="17" idx="0"/>
            <a:endCxn id="16" idx="0"/>
          </p:cNvCxnSpPr>
          <p:nvPr/>
        </p:nvCxnSpPr>
        <p:spPr>
          <a:xfrm rot="16200000" flipV="1">
            <a:off x="5623029" y="530858"/>
            <a:ext cx="12700" cy="2575036"/>
          </a:xfrm>
          <a:prstGeom prst="bentConnector3">
            <a:avLst>
              <a:gd name="adj1" fmla="val 180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AB3BBA7-7DD3-DCEB-BF00-D5F0236F74BF}"/>
              </a:ext>
            </a:extLst>
          </p:cNvPr>
          <p:cNvSpPr txBox="1"/>
          <p:nvPr/>
        </p:nvSpPr>
        <p:spPr>
          <a:xfrm>
            <a:off x="5203760" y="1183029"/>
            <a:ext cx="8385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BACK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D3ED1FE3-0E2D-25F4-F090-B22663FC036E}"/>
              </a:ext>
            </a:extLst>
          </p:cNvPr>
          <p:cNvSpPr/>
          <p:nvPr/>
        </p:nvSpPr>
        <p:spPr>
          <a:xfrm>
            <a:off x="4810298" y="4534848"/>
            <a:ext cx="1513489" cy="1529255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rgbClr val="7030A0"/>
                </a:solidFill>
              </a:rPr>
              <a:t>S4. </a:t>
            </a:r>
            <a:r>
              <a:rPr lang="es-ES" sz="2000" dirty="0" err="1">
                <a:solidFill>
                  <a:srgbClr val="7030A0"/>
                </a:solidFill>
              </a:rPr>
              <a:t>Exit</a:t>
            </a:r>
            <a:r>
              <a:rPr lang="es-ES" sz="2000" dirty="0">
                <a:solidFill>
                  <a:srgbClr val="7030A0"/>
                </a:solidFill>
              </a:rPr>
              <a:t> </a:t>
            </a:r>
            <a:r>
              <a:rPr lang="es-ES" sz="2000" dirty="0" err="1">
                <a:solidFill>
                  <a:srgbClr val="7030A0"/>
                </a:solidFill>
              </a:rPr>
              <a:t>screen</a:t>
            </a:r>
            <a:endParaRPr lang="es-ES" sz="2000" dirty="0">
              <a:solidFill>
                <a:srgbClr val="7030A0"/>
              </a:solidFill>
            </a:endParaRPr>
          </a:p>
        </p:txBody>
      </p: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3EA7B2CB-7F09-E4D2-3FA3-0ECECDFC15CE}"/>
              </a:ext>
            </a:extLst>
          </p:cNvPr>
          <p:cNvCxnSpPr>
            <a:cxnSpLocks/>
            <a:stCxn id="16" idx="3"/>
            <a:endCxn id="72" idx="2"/>
          </p:cNvCxnSpPr>
          <p:nvPr/>
        </p:nvCxnSpPr>
        <p:spPr>
          <a:xfrm rot="16200000" flipH="1">
            <a:off x="3217455" y="3706632"/>
            <a:ext cx="2175799" cy="1009887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CuadroTexto 75">
            <a:extLst>
              <a:ext uri="{FF2B5EF4-FFF2-40B4-BE49-F238E27FC236}">
                <a16:creationId xmlns:a16="http://schemas.microsoft.com/office/drawing/2014/main" id="{E0B6BB90-3104-70CD-BC98-1DC34D02B840}"/>
              </a:ext>
            </a:extLst>
          </p:cNvPr>
          <p:cNvSpPr txBox="1"/>
          <p:nvPr/>
        </p:nvSpPr>
        <p:spPr>
          <a:xfrm>
            <a:off x="3906125" y="4283813"/>
            <a:ext cx="8385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BACK</a:t>
            </a:r>
          </a:p>
        </p:txBody>
      </p:sp>
      <p:cxnSp>
        <p:nvCxnSpPr>
          <p:cNvPr id="83" name="Conector: angular 82">
            <a:extLst>
              <a:ext uri="{FF2B5EF4-FFF2-40B4-BE49-F238E27FC236}">
                <a16:creationId xmlns:a16="http://schemas.microsoft.com/office/drawing/2014/main" id="{020DB6BE-8AAF-EC80-83C5-6B70C6ACE639}"/>
              </a:ext>
            </a:extLst>
          </p:cNvPr>
          <p:cNvCxnSpPr>
            <a:cxnSpLocks/>
            <a:stCxn id="5" idx="7"/>
            <a:endCxn id="16" idx="2"/>
          </p:cNvCxnSpPr>
          <p:nvPr/>
        </p:nvCxnSpPr>
        <p:spPr>
          <a:xfrm rot="5400000" flipH="1" flipV="1">
            <a:off x="2046157" y="2837677"/>
            <a:ext cx="1787281" cy="1277937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1A74B0DE-0E35-5F49-6FD2-0D23FCC9397C}"/>
              </a:ext>
            </a:extLst>
          </p:cNvPr>
          <p:cNvSpPr/>
          <p:nvPr/>
        </p:nvSpPr>
        <p:spPr>
          <a:xfrm>
            <a:off x="1008986" y="1818376"/>
            <a:ext cx="1513489" cy="152925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rgbClr val="7030A0"/>
                </a:solidFill>
              </a:rPr>
              <a:t>S0. </a:t>
            </a:r>
            <a:r>
              <a:rPr lang="es-ES" sz="2000" dirty="0" err="1">
                <a:solidFill>
                  <a:srgbClr val="7030A0"/>
                </a:solidFill>
              </a:rPr>
              <a:t>Init</a:t>
            </a:r>
            <a:r>
              <a:rPr lang="es-ES" sz="2000" dirty="0">
                <a:solidFill>
                  <a:srgbClr val="7030A0"/>
                </a:solidFill>
              </a:rPr>
              <a:t> HW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9FBFD8EE-0061-2F76-4EF1-A73B5835C020}"/>
              </a:ext>
            </a:extLst>
          </p:cNvPr>
          <p:cNvSpPr txBox="1"/>
          <p:nvPr/>
        </p:nvSpPr>
        <p:spPr>
          <a:xfrm>
            <a:off x="2271271" y="3381705"/>
            <a:ext cx="91440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Tanque</a:t>
            </a:r>
          </a:p>
          <a:p>
            <a:pPr algn="ctr"/>
            <a:r>
              <a:rPr lang="es-ES" dirty="0"/>
              <a:t> OK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CF20B91F-090E-68A8-A571-7CB545444B8A}"/>
              </a:ext>
            </a:extLst>
          </p:cNvPr>
          <p:cNvSpPr txBox="1"/>
          <p:nvPr/>
        </p:nvSpPr>
        <p:spPr>
          <a:xfrm>
            <a:off x="2260146" y="60586"/>
            <a:ext cx="264848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Bucle principal</a:t>
            </a:r>
          </a:p>
        </p:txBody>
      </p: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7E055EF2-9E7B-70BF-E24F-9DF76E52112B}"/>
              </a:ext>
            </a:extLst>
          </p:cNvPr>
          <p:cNvCxnSpPr>
            <a:cxnSpLocks/>
          </p:cNvCxnSpPr>
          <p:nvPr/>
        </p:nvCxnSpPr>
        <p:spPr>
          <a:xfrm>
            <a:off x="7280772" y="4033653"/>
            <a:ext cx="0" cy="1947770"/>
          </a:xfrm>
          <a:prstGeom prst="line">
            <a:avLst/>
          </a:prstGeom>
          <a:ln w="762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Conector: angular 108">
            <a:extLst>
              <a:ext uri="{FF2B5EF4-FFF2-40B4-BE49-F238E27FC236}">
                <a16:creationId xmlns:a16="http://schemas.microsoft.com/office/drawing/2014/main" id="{E93BC321-69EE-17A9-23C1-017228AEC365}"/>
              </a:ext>
            </a:extLst>
          </p:cNvPr>
          <p:cNvCxnSpPr>
            <a:cxnSpLocks/>
            <a:stCxn id="95" idx="2"/>
          </p:cNvCxnSpPr>
          <p:nvPr/>
        </p:nvCxnSpPr>
        <p:spPr>
          <a:xfrm rot="16200000" flipH="1">
            <a:off x="3754901" y="413291"/>
            <a:ext cx="3387250" cy="3728279"/>
          </a:xfrm>
          <a:prstGeom prst="bentConnector2">
            <a:avLst/>
          </a:prstGeom>
          <a:ln w="762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6493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Panorámica</PresentationFormat>
  <Paragraphs>20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Carlos Santamaria Poza</dc:creator>
  <cp:lastModifiedBy>Jose Carlos Santamaria Poza</cp:lastModifiedBy>
  <cp:revision>1</cp:revision>
  <dcterms:created xsi:type="dcterms:W3CDTF">2026-06-09T13:58:39Z</dcterms:created>
  <dcterms:modified xsi:type="dcterms:W3CDTF">2026-06-09T13:58:40Z</dcterms:modified>
</cp:coreProperties>
</file>